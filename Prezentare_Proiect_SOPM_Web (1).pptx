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3" r:id="rId4"/>
    <p:sldId id="258" r:id="rId5"/>
    <p:sldId id="259" r:id="rId6"/>
    <p:sldId id="268" r:id="rId7"/>
    <p:sldId id="275" r:id="rId8"/>
    <p:sldId id="276" r:id="rId9"/>
    <p:sldId id="277" r:id="rId10"/>
    <p:sldId id="278" r:id="rId11"/>
    <p:sldId id="279" r:id="rId12"/>
    <p:sldId id="284" r:id="rId13"/>
    <p:sldId id="265" r:id="rId14"/>
    <p:sldId id="281" r:id="rId15"/>
    <p:sldId id="262" r:id="rId16"/>
    <p:sldId id="28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1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6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22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04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2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094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253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453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66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185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11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3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29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94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23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 err="1">
                <a:latin typeface="Calibri" panose="020F0502020204030204" pitchFamily="34" charset="0"/>
                <a:cs typeface="Calibri" panose="020F0502020204030204" pitchFamily="34" charset="0"/>
              </a:rPr>
              <a:t>Aplicație</a:t>
            </a:r>
            <a:r>
              <a:rPr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 err="1">
                <a:latin typeface="Calibri" panose="020F0502020204030204" pitchFamily="34" charset="0"/>
                <a:cs typeface="Calibri" panose="020F0502020204030204" pitchFamily="34" charset="0"/>
              </a:rPr>
              <a:t>ToDo</a:t>
            </a:r>
            <a:r>
              <a:rPr b="1" dirty="0">
                <a:latin typeface="Calibri" panose="020F0502020204030204" pitchFamily="34" charset="0"/>
                <a:cs typeface="Calibri" panose="020F0502020204030204" pitchFamily="34" charset="0"/>
              </a:rPr>
              <a:t> List</a:t>
            </a:r>
          </a:p>
          <a:p>
            <a:r>
              <a:rPr b="1" dirty="0">
                <a:latin typeface="Calibri" panose="020F0502020204030204" pitchFamily="34" charset="0"/>
                <a:cs typeface="Calibri" panose="020F0502020204030204" pitchFamily="34" charset="0"/>
              </a:rPr>
              <a:t>React + Vite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811951-4A0C-1ABD-696A-7F267B466FAF}"/>
              </a:ext>
            </a:extLst>
          </p:cNvPr>
          <p:cNvSpPr txBox="1"/>
          <p:nvPr/>
        </p:nvSpPr>
        <p:spPr>
          <a:xfrm>
            <a:off x="1981201" y="1580172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3200" b="1" dirty="0">
                <a:latin typeface="Calibri" panose="020F0502020204030204" pitchFamily="34" charset="0"/>
                <a:cs typeface="Calibri" panose="020F0502020204030204" pitchFamily="34" charset="0"/>
              </a:rPr>
              <a:t>Sisteme de Operare pentru Platforme Mobile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 panose="020F0502020204030204" pitchFamily="34" charset="0"/>
                <a:cs typeface="Calibri" panose="020F0502020204030204" pitchFamily="34" charset="0"/>
              </a:rPr>
              <a:t>Descriere generală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Aplicație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web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gestionarea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sarcinilor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Dezvolta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re aplicație Web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folosind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React Vite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Utilizarea Firebase pentru autentificare și baza de date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Dezvoltare aplicație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 mobile folosind React Native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Interfață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modernă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u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ș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or de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utilizat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FFC9-3C55-2F25-8607-BB73D7D8D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Pagina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Principala</a:t>
            </a:r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DC361F3-B560-911D-D451-80199A7C4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2308753"/>
            <a:ext cx="8077200" cy="397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695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Tehnologii</a:t>
            </a:r>
            <a:r>
              <a:rPr dirty="0"/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utilizate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React –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bibliotecă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JavaScript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UI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 dinamic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React Native –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framework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dezvoltarea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aplicații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mobile cross-platform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Firebase Console -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platforma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dezvoltare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aplicații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mobile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web de la Google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Funcționalități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principale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207491"/>
            <a:ext cx="6345260" cy="4137891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Autentificarea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în contul utilizatorului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Adaugare/Editare/Stergere Sarcină</a:t>
            </a:r>
          </a:p>
          <a:p>
            <a:pPr fontAlgn="base"/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Marcare Sarcina (Overdue/Upcoming/Complet/Anulat)</a:t>
            </a:r>
          </a:p>
          <a:p>
            <a:pPr fontAlgn="base"/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Setarea </a:t>
            </a:r>
            <a:r>
              <a:rPr lang="ro-RO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dead</a:t>
            </a:r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-line, prioritate</a:t>
            </a:r>
          </a:p>
          <a:p>
            <a:pPr fontAlgn="base"/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Filtrare/Sortare sarcini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Ad</a:t>
            </a:r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ăugarea/Ștergerea colaboratori la sarcină</a:t>
            </a:r>
          </a:p>
          <a:p>
            <a:pPr fontAlgn="base"/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Setarea rol colaborator la sarcină</a:t>
            </a:r>
            <a:endParaRPr lang="ru-R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Adăugarea subsarcinilor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fontAlgn="base"/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Marcarea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subsarcinilor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ca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finalizate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Vizualizarea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istoricului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unei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sarcini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Afi</a:t>
            </a:r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șarea sarcinilor sub forma unei liste sau calendar interactiv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Ad</a:t>
            </a:r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ăugarea comentariilor la o sarcină</a:t>
            </a:r>
          </a:p>
          <a:p>
            <a:pPr fontAlgn="base"/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Vizualizarea sarcinilor șterse în coș</a:t>
            </a:r>
          </a:p>
          <a:p>
            <a:pPr fontAlgn="base"/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Schimbarea temei paginii (Light/Dark)</a:t>
            </a:r>
          </a:p>
          <a:p>
            <a:pPr fontAlgn="base"/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Schimbarea limbii de afișare</a:t>
            </a:r>
          </a:p>
          <a:p>
            <a:pPr fontAlgn="base"/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base">
              <a:buNone/>
            </a:pPr>
            <a:endParaRPr lang="ro-RO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AD183-82AC-D02D-316B-8E22598B3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Adaugare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/Ștergere/Editare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Sarcina</a:t>
            </a:r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D888D9-68D1-37C7-1BF8-AC918F18A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970" y="2692399"/>
            <a:ext cx="1666016" cy="3530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DFEBAA-C436-C5F7-D393-CDCE2876EBFD}"/>
              </a:ext>
            </a:extLst>
          </p:cNvPr>
          <p:cNvSpPr txBox="1"/>
          <p:nvPr/>
        </p:nvSpPr>
        <p:spPr>
          <a:xfrm>
            <a:off x="865970" y="2103689"/>
            <a:ext cx="1666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Adăugarea Sarcină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0F0964-1627-215A-35A8-E944CD468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041" y="2692399"/>
            <a:ext cx="5642096" cy="16750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45B50A-7740-BC9C-478C-57BE10A0EC92}"/>
              </a:ext>
            </a:extLst>
          </p:cNvPr>
          <p:cNvSpPr txBox="1"/>
          <p:nvPr/>
        </p:nvSpPr>
        <p:spPr>
          <a:xfrm>
            <a:off x="4572000" y="2323067"/>
            <a:ext cx="3241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Ștergere/ Editare Sarcină</a:t>
            </a:r>
          </a:p>
        </p:txBody>
      </p:sp>
    </p:spTree>
    <p:extLst>
      <p:ext uri="{BB962C8B-B14F-4D97-AF65-F5344CB8AC3E}">
        <p14:creationId xmlns:p14="http://schemas.microsoft.com/office/powerpoint/2010/main" val="911977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D941-26D7-08A6-C12B-465BB9059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Colaboratori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D90AB4C-9E8A-C70D-7A2B-C46181F1B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493" y="2490275"/>
            <a:ext cx="4277507" cy="19050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4B463B-68D3-0129-4DA2-4C043078CE4B}"/>
              </a:ext>
            </a:extLst>
          </p:cNvPr>
          <p:cNvSpPr txBox="1"/>
          <p:nvPr/>
        </p:nvSpPr>
        <p:spPr>
          <a:xfrm>
            <a:off x="863599" y="2111841"/>
            <a:ext cx="306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Adăugarea colaboratori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CD04AF-4CFF-A58E-ABF6-5622E9DEB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119" y="2481173"/>
            <a:ext cx="4277507" cy="19078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1BE8CD-2A50-2073-5EE5-11567C22E36C}"/>
              </a:ext>
            </a:extLst>
          </p:cNvPr>
          <p:cNvSpPr txBox="1"/>
          <p:nvPr/>
        </p:nvSpPr>
        <p:spPr>
          <a:xfrm>
            <a:off x="5126182" y="2093369"/>
            <a:ext cx="3297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Ștergerea colaboratori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3A27F1-3180-F3C5-B229-DA3639EC3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5186" y="4730300"/>
            <a:ext cx="3273627" cy="18842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BDD4E7D-1898-3062-DF7A-CF4538BF8715}"/>
              </a:ext>
            </a:extLst>
          </p:cNvPr>
          <p:cNvSpPr txBox="1"/>
          <p:nvPr/>
        </p:nvSpPr>
        <p:spPr>
          <a:xfrm>
            <a:off x="2111169" y="4427234"/>
            <a:ext cx="509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Editarea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drepturilor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editare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vizualizare</a:t>
            </a:r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219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FC7E6-3CE5-BD91-2BE5-C6C4441D0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Subsarcini</a:t>
            </a:r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1A02186-349D-8C71-4084-493A5379F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592" y="2522653"/>
            <a:ext cx="4925230" cy="15320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FEE994-EFD9-05CE-3C89-902A59995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461" y="4558177"/>
            <a:ext cx="5763988" cy="13727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B085C1-3FA2-37F8-E994-21FB1C9E3D75}"/>
              </a:ext>
            </a:extLst>
          </p:cNvPr>
          <p:cNvSpPr txBox="1"/>
          <p:nvPr/>
        </p:nvSpPr>
        <p:spPr>
          <a:xfrm>
            <a:off x="1344520" y="2207491"/>
            <a:ext cx="407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ăugarea subsarcină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D5B83B-EBCD-499F-C486-7611FD2FD924}"/>
              </a:ext>
            </a:extLst>
          </p:cNvPr>
          <p:cNvSpPr txBox="1"/>
          <p:nvPr/>
        </p:nvSpPr>
        <p:spPr>
          <a:xfrm>
            <a:off x="4037806" y="4255732"/>
            <a:ext cx="4134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Marcarea subsarcinilor finalizate</a:t>
            </a:r>
          </a:p>
        </p:txBody>
      </p:sp>
    </p:spTree>
    <p:extLst>
      <p:ext uri="{BB962C8B-B14F-4D97-AF65-F5344CB8AC3E}">
        <p14:creationId xmlns:p14="http://schemas.microsoft.com/office/powerpoint/2010/main" val="1691339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12820-B8F1-F85E-D4BD-1C8F7EF63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Comentarii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10638D0-60ED-4284-CE12-B06E561A4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8587" y="2708357"/>
            <a:ext cx="6346825" cy="25565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CEA51A-7852-60A5-D014-99661AD0C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70" y="5722856"/>
            <a:ext cx="7315200" cy="6043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0FDA2F-929F-FB0E-8051-E6D0E611E792}"/>
              </a:ext>
            </a:extLst>
          </p:cNvPr>
          <p:cNvSpPr txBox="1"/>
          <p:nvPr/>
        </p:nvSpPr>
        <p:spPr>
          <a:xfrm>
            <a:off x="2166488" y="2283098"/>
            <a:ext cx="4811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Vizualizarea comentariilor utilizatorilor la sarcina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D03E54-8E74-367E-428B-ED5E54A1F458}"/>
              </a:ext>
            </a:extLst>
          </p:cNvPr>
          <p:cNvSpPr txBox="1"/>
          <p:nvPr/>
        </p:nvSpPr>
        <p:spPr>
          <a:xfrm>
            <a:off x="3082696" y="5264932"/>
            <a:ext cx="2881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Adăugarea comentariu nou</a:t>
            </a:r>
          </a:p>
        </p:txBody>
      </p:sp>
    </p:spTree>
    <p:extLst>
      <p:ext uri="{BB962C8B-B14F-4D97-AF65-F5344CB8AC3E}">
        <p14:creationId xmlns:p14="http://schemas.microsoft.com/office/powerpoint/2010/main" val="1321362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EEC43-CF56-45D1-8662-838F1B190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Filtrare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a și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Sortare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a sarcinilor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E84ED92-8218-0109-A619-4907DFDED9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0564" y="2466108"/>
            <a:ext cx="4742872" cy="17149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A0C37E-1280-3BBE-42AA-1C7B27684912}"/>
              </a:ext>
            </a:extLst>
          </p:cNvPr>
          <p:cNvSpPr txBox="1"/>
          <p:nvPr/>
        </p:nvSpPr>
        <p:spPr>
          <a:xfrm>
            <a:off x="3499457" y="2191392"/>
            <a:ext cx="214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Filtrarea sarcinilor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5C69BD-90C2-07F2-6998-BF70763A4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46" y="4668165"/>
            <a:ext cx="3856181" cy="15156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2C9E4C-39CA-EC4C-3737-92DF525888AF}"/>
              </a:ext>
            </a:extLst>
          </p:cNvPr>
          <p:cNvSpPr txBox="1"/>
          <p:nvPr/>
        </p:nvSpPr>
        <p:spPr>
          <a:xfrm>
            <a:off x="3564673" y="4112611"/>
            <a:ext cx="2014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Sortarea sarcinilor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ECF23B-78A3-C6C5-66EE-6C27A471F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275" y="4668165"/>
            <a:ext cx="3856181" cy="156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3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320AF-B01D-26A1-229C-12F47B7E4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Afișarea aplicației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84D54F-737F-13EA-35B0-24E657C19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891" y="2159024"/>
            <a:ext cx="4408525" cy="21635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91902F-A536-E327-6BC1-3683E2AB9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627" y="4322617"/>
            <a:ext cx="4585564" cy="22455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3FDA3A-F721-79EA-92CC-903F5633B839}"/>
              </a:ext>
            </a:extLst>
          </p:cNvPr>
          <p:cNvSpPr txBox="1"/>
          <p:nvPr/>
        </p:nvSpPr>
        <p:spPr>
          <a:xfrm>
            <a:off x="5780409" y="2521527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Tema Light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ED1463-CEC6-8DDC-D0D9-634407196803}"/>
              </a:ext>
            </a:extLst>
          </p:cNvPr>
          <p:cNvSpPr txBox="1"/>
          <p:nvPr/>
        </p:nvSpPr>
        <p:spPr>
          <a:xfrm>
            <a:off x="1122218" y="5076082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Tema Dark</a:t>
            </a:r>
          </a:p>
        </p:txBody>
      </p:sp>
    </p:spTree>
    <p:extLst>
      <p:ext uri="{BB962C8B-B14F-4D97-AF65-F5344CB8AC3E}">
        <p14:creationId xmlns:p14="http://schemas.microsoft.com/office/powerpoint/2010/main" val="71356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9CC49-DA2B-113F-16AC-F9CEDDD30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7339B-E487-A270-8C7D-98F9237A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Afișarea aplicației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09C0638-75B9-1F17-4F9D-FC42DD668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891" y="2159024"/>
            <a:ext cx="4408525" cy="21635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7D82AB-640D-9F93-0A32-86EDA5BF56F4}"/>
              </a:ext>
            </a:extLst>
          </p:cNvPr>
          <p:cNvSpPr txBox="1"/>
          <p:nvPr/>
        </p:nvSpPr>
        <p:spPr>
          <a:xfrm>
            <a:off x="5780408" y="2521527"/>
            <a:ext cx="1885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Limba Engleză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3866F0-9FE1-AC56-6F37-DD29B2D9D937}"/>
              </a:ext>
            </a:extLst>
          </p:cNvPr>
          <p:cNvSpPr txBox="1"/>
          <p:nvPr/>
        </p:nvSpPr>
        <p:spPr>
          <a:xfrm>
            <a:off x="1122217" y="5076082"/>
            <a:ext cx="168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Limba Română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F75676-A237-AFE1-236C-D596775B2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446" y="4322617"/>
            <a:ext cx="4389663" cy="216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92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E4AD-E953-A942-6D80-A27F66D5C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Autentificare</a:t>
            </a:r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3595A-1066-0317-040E-9FE7EDA0D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7" y="3122914"/>
            <a:ext cx="2652576" cy="27869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572117-74E9-1ABB-67A7-D1E1D287E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567" y="2983508"/>
            <a:ext cx="2514804" cy="29238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584750-6916-A64C-53A8-32B59F2F8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845" y="2890124"/>
            <a:ext cx="2948638" cy="30197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FC5089-7D57-A619-F6C4-C7B258437554}"/>
              </a:ext>
            </a:extLst>
          </p:cNvPr>
          <p:cNvSpPr txBox="1"/>
          <p:nvPr/>
        </p:nvSpPr>
        <p:spPr>
          <a:xfrm>
            <a:off x="971217" y="2520792"/>
            <a:ext cx="128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Creare cont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B52FC6-C256-5E09-B140-D34997578E97}"/>
              </a:ext>
            </a:extLst>
          </p:cNvPr>
          <p:cNvSpPr txBox="1"/>
          <p:nvPr/>
        </p:nvSpPr>
        <p:spPr>
          <a:xfrm>
            <a:off x="3602433" y="2493846"/>
            <a:ext cx="1643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Autentificarea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BD169F-3A34-4FCE-FC17-7CA331E3F1D7}"/>
              </a:ext>
            </a:extLst>
          </p:cNvPr>
          <p:cNvSpPr txBox="1"/>
          <p:nvPr/>
        </p:nvSpPr>
        <p:spPr>
          <a:xfrm>
            <a:off x="5997208" y="2459205"/>
            <a:ext cx="294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Autentificarea prin google</a:t>
            </a:r>
          </a:p>
        </p:txBody>
      </p:sp>
    </p:spTree>
    <p:extLst>
      <p:ext uri="{BB962C8B-B14F-4D97-AF65-F5344CB8AC3E}">
        <p14:creationId xmlns:p14="http://schemas.microsoft.com/office/powerpoint/2010/main" val="3731613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06297-497B-B4BA-5B01-8A1317FE2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Structura aplicației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10A50A-4BEB-70BA-3BB2-0A0B121E6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036" y="2489200"/>
            <a:ext cx="6345260" cy="3530600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Aplicația React, dezvoltată se încadrează în directoriul source (src)</a:t>
            </a:r>
            <a:b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Components-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Toate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elementele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create 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și stilizate</a:t>
            </a:r>
          </a:p>
          <a:p>
            <a:pPr lvl="2"/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Context -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Persisten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ța datelor local pentru autentificare/afișarea corectă a sarcinilor</a:t>
            </a:r>
          </a:p>
          <a:p>
            <a:pPr lvl="2"/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Firebase-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Configurările pentru autentificare și baza de date</a:t>
            </a:r>
          </a:p>
          <a:p>
            <a:pPr lvl="2"/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Pages-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&gt; P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ă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gini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ad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ăugate în etapa finala de dezvoltare a aplicației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Services-&gt;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Servicii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suplimentare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gestionarea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dinamic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ă a aplicației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286B9A-27F8-B504-5C0D-1ED6C8E91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296" y="2489200"/>
            <a:ext cx="2095792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27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 panose="020F0502020204030204" pitchFamily="34" charset="0"/>
                <a:cs typeface="Calibri" panose="020F0502020204030204" pitchFamily="34" charset="0"/>
              </a:rPr>
              <a:t>Concluzii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Aplicație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eficientă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organizare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React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+ Vite 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combinație bună pentru dezvoltarea aplicațiilor web cu scop didactic</a:t>
            </a:r>
          </a:p>
          <a:p>
            <a:pPr lvl="1"/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React Native cea mai răspândită  metodă de dezvoltare a aplicațiilor cross-platform</a:t>
            </a:r>
          </a:p>
          <a:p>
            <a:pPr lvl="1"/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Firestore opțiune optimă pentru bază de date la proiecte mici/medii</a:t>
            </a:r>
          </a:p>
          <a:p>
            <a:pPr lvl="1"/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Firebase opțiune optimă pentru autentificare la proiecte mici/medii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Proiect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ul are posibilitatea de extindere ulterioară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3174-6B44-1F6F-A69A-432015B6A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Proiect</a:t>
            </a:r>
            <a:r>
              <a:rPr lang="en-US" dirty="0"/>
              <a:t> </a:t>
            </a:r>
            <a:r>
              <a:rPr lang="en-US" dirty="0" err="1"/>
              <a:t>realizat</a:t>
            </a:r>
            <a:r>
              <a:rPr lang="en-US" dirty="0"/>
              <a:t> de </a:t>
            </a:r>
            <a:r>
              <a:rPr lang="ro-RO" dirty="0" err="1"/>
              <a:t>Abibas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CA0C-11C6-0474-804B-8E71ED57E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Andries Bogdan</a:t>
            </a:r>
          </a:p>
          <a:p>
            <a:r>
              <a:rPr lang="en-US" dirty="0"/>
              <a:t>Bobeica </a:t>
            </a:r>
            <a:r>
              <a:rPr lang="en-US" dirty="0" err="1"/>
              <a:t>Vleaceslav</a:t>
            </a:r>
            <a:endParaRPr lang="en-US" dirty="0"/>
          </a:p>
          <a:p>
            <a:r>
              <a:rPr lang="en-US" dirty="0" err="1"/>
              <a:t>Uglea</a:t>
            </a:r>
            <a:r>
              <a:rPr lang="en-US" dirty="0"/>
              <a:t> Nicolae</a:t>
            </a:r>
          </a:p>
          <a:p>
            <a:r>
              <a:rPr lang="en-US" dirty="0"/>
              <a:t>Pauna Andrei-</a:t>
            </a:r>
            <a:r>
              <a:rPr lang="en-US" dirty="0" err="1"/>
              <a:t>Ravzan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854341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132</TotalTime>
  <Words>382</Words>
  <Application>Microsoft Office PowerPoint</Application>
  <PresentationFormat>On-screen Show (4:3)</PresentationFormat>
  <Paragraphs>79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Century Gothic</vt:lpstr>
      <vt:lpstr>Wingdings 3</vt:lpstr>
      <vt:lpstr>Ion Boardroom</vt:lpstr>
      <vt:lpstr>Aplicație ToDo List React + Vite</vt:lpstr>
      <vt:lpstr>Descriere generală</vt:lpstr>
      <vt:lpstr>Pagina Principala</vt:lpstr>
      <vt:lpstr>Tehnologii utilizate</vt:lpstr>
      <vt:lpstr>Funcționalități principale</vt:lpstr>
      <vt:lpstr>Adaugare/Ștergere/Editare Sarcina</vt:lpstr>
      <vt:lpstr>Colaboratori</vt:lpstr>
      <vt:lpstr>Subsarcini</vt:lpstr>
      <vt:lpstr>Comentarii</vt:lpstr>
      <vt:lpstr>Filtrarea și Sortarea sarcinilor</vt:lpstr>
      <vt:lpstr>Afișarea aplicației</vt:lpstr>
      <vt:lpstr>Afișarea aplicației</vt:lpstr>
      <vt:lpstr>Autentificare</vt:lpstr>
      <vt:lpstr>Structura aplicației</vt:lpstr>
      <vt:lpstr>Concluzii</vt:lpstr>
      <vt:lpstr>Proiect realizat de Abibas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Slavik</cp:lastModifiedBy>
  <cp:revision>20</cp:revision>
  <dcterms:created xsi:type="dcterms:W3CDTF">2013-01-27T09:14:16Z</dcterms:created>
  <dcterms:modified xsi:type="dcterms:W3CDTF">2026-01-13T12:51:46Z</dcterms:modified>
  <cp:category/>
</cp:coreProperties>
</file>